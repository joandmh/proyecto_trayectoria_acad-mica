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87"/>
    <p:restoredTop sz="95685"/>
  </p:normalViewPr>
  <p:slideViewPr>
    <p:cSldViewPr snapToGrid="0" snapToObjects="1">
      <p:cViewPr varScale="1">
        <p:scale>
          <a:sx n="120" d="100"/>
          <a:sy n="120" d="100"/>
        </p:scale>
        <p:origin x="184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 dirty="0"/>
              <a:t>ID ##: Título del trabajo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dirty="0"/>
              <a:t>Nombres y Apellidos de Autores</a:t>
            </a:r>
          </a:p>
          <a:p>
            <a:r>
              <a:rPr lang="es-ES_tradnl" dirty="0"/>
              <a:t>Afiliación de autores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23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1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9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4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1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7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1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dirty="0"/>
              <a:t>Haga clic para modificar el estilo del texto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683500" cy="5811838"/>
          </a:xfrm>
        </p:spPr>
        <p:txBody>
          <a:bodyPr vert="eaVert"/>
          <a:lstStyle/>
          <a:p>
            <a:pPr lvl="0"/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9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s-ES_tradnl" dirty="0"/>
              <a:t>Haga clic para modificar el estilo del texto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4035" y="6234837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AB31-954A-7842-ADD2-0741990EB6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17283" y="5869711"/>
            <a:ext cx="26747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95635" y="6234838"/>
            <a:ext cx="12963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A37C3-BF9F-8242-8F9B-2E9EADE96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9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ID ##: Título del trabajo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_tradnl" dirty="0"/>
              <a:t>Nombres y Apellidos de Autores</a:t>
            </a:r>
          </a:p>
          <a:p>
            <a:r>
              <a:rPr lang="es-ES_tradnl" dirty="0"/>
              <a:t>Afiliación de autores</a:t>
            </a:r>
            <a:endParaRPr lang="en-US" dirty="0"/>
          </a:p>
        </p:txBody>
      </p:sp>
      <p:pic>
        <p:nvPicPr>
          <p:cNvPr id="5" name="Picture 4" descr="A blue circle with white and green text&#10;&#10;AI-generated content may be incorrect.">
            <a:extLst>
              <a:ext uri="{FF2B5EF4-FFF2-40B4-BE49-F238E27FC236}">
                <a16:creationId xmlns:a16="http://schemas.microsoft.com/office/drawing/2014/main" id="{4C9D16E6-4A94-D2ED-C38F-A502CC0DCB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8" y="5858538"/>
            <a:ext cx="733647" cy="73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4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ue circle with white and green text&#10;&#10;AI-generated content may be incorrect.">
            <a:extLst>
              <a:ext uri="{FF2B5EF4-FFF2-40B4-BE49-F238E27FC236}">
                <a16:creationId xmlns:a16="http://schemas.microsoft.com/office/drawing/2014/main" id="{32BE1F0F-0D7D-D6DD-4584-BA08CCF6D0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8" y="5858538"/>
            <a:ext cx="733647" cy="73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728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ICI 2026">
      <a:dk1>
        <a:sysClr val="windowText" lastClr="000000"/>
      </a:dk1>
      <a:lt1>
        <a:sysClr val="window" lastClr="FFFFFF"/>
      </a:lt1>
      <a:dk2>
        <a:srgbClr val="2F2F2F"/>
      </a:dk2>
      <a:lt2>
        <a:srgbClr val="EFF5FA"/>
      </a:lt2>
      <a:accent1>
        <a:srgbClr val="1E73BE"/>
      </a:accent1>
      <a:accent2>
        <a:srgbClr val="8DC63F"/>
      </a:accent2>
      <a:accent3>
        <a:srgbClr val="0B4C86"/>
      </a:accent3>
      <a:accent4>
        <a:srgbClr val="13B5E4"/>
      </a:accent4>
      <a:accent5>
        <a:srgbClr val="5A5A5A"/>
      </a:accent5>
      <a:accent6>
        <a:srgbClr val="2F2F2F"/>
      </a:accent6>
      <a:hlink>
        <a:srgbClr val="1E73BE"/>
      </a:hlink>
      <a:folHlink>
        <a:srgbClr val="0B4C8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Custom Design</vt:lpstr>
      <vt:lpstr>ID ##: Título del trabajo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 ##: Título artículo</dc:title>
  <dc:creator>Microsoft Office User</dc:creator>
  <cp:lastModifiedBy>Angel Cruz</cp:lastModifiedBy>
  <cp:revision>8</cp:revision>
  <dcterms:created xsi:type="dcterms:W3CDTF">2018-07-12T20:50:47Z</dcterms:created>
  <dcterms:modified xsi:type="dcterms:W3CDTF">2026-09-11T02:38:58Z</dcterms:modified>
</cp:coreProperties>
</file>